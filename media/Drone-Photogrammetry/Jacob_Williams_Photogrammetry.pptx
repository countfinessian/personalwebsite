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D3D967-7B43-4710-B7B7-0CE67E9D5752}">
  <a:tblStyle styleId="{8DD3D967-7B43-4710-B7B7-0CE67E9D5752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ay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700035dd0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700035dd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2" name="Google Shape;22;p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ion.cesium.com/stories/viewer/?id=c055fd16-d918-404d-9a4c-b70094db0d65" TargetMode="External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l6eHSY2ZLDozlDbaicG5rG26Jdac6ue3/view" TargetMode="Externa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Photogrammetry Presentation</a:t>
            </a:r>
            <a:br>
              <a:rPr lang="en-US"/>
            </a:br>
            <a:r>
              <a:rPr lang="en-US" sz="2200"/>
              <a:t>By Jacob Williams</a:t>
            </a:r>
            <a:endParaRPr/>
          </a:p>
        </p:txBody>
      </p:sp>
      <p:pic>
        <p:nvPicPr>
          <p:cNvPr descr="A green and yellow squares&#10;&#10;AI-generated content may be incorrect." id="85" name="Google Shape;85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3009" y="1843864"/>
            <a:ext cx="8865900" cy="43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Drone Deploy</a:t>
            </a:r>
            <a:endParaRPr/>
          </a:p>
        </p:txBody>
      </p:sp>
      <p:pic>
        <p:nvPicPr>
          <p:cNvPr id="91" name="Google Shape;91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6851" y="1825625"/>
            <a:ext cx="9398298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hite background with black text&#10;&#10;AI-generated content may be incorrect.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02611" y="681037"/>
            <a:ext cx="2692538" cy="825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Long Dong Spire </a:t>
            </a:r>
            <a:br>
              <a:rPr lang="en-US"/>
            </a:br>
            <a:r>
              <a:rPr lang="en-US" sz="2200" u="sng">
                <a:solidFill>
                  <a:schemeClr val="hlink"/>
                </a:solidFill>
                <a:hlinkClick r:id="rId3"/>
              </a:rPr>
              <a:t>Cesium Ion Earth View</a:t>
            </a:r>
            <a:endParaRPr sz="2200"/>
          </a:p>
        </p:txBody>
      </p:sp>
      <p:pic>
        <p:nvPicPr>
          <p:cNvPr id="98" name="Google Shape;98;p15" title="Screenshot 2026-08-13 10195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200" y="1690688"/>
            <a:ext cx="9704679" cy="4862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Comparison</a:t>
            </a:r>
            <a:endParaRPr/>
          </a:p>
        </p:txBody>
      </p:sp>
      <p:graphicFrame>
        <p:nvGraphicFramePr>
          <p:cNvPr id="104" name="Google Shape;104;p16"/>
          <p:cNvGraphicFramePr/>
          <p:nvPr/>
        </p:nvGraphicFramePr>
        <p:xfrm>
          <a:off x="1031846" y="14596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{8DD3D967-7B43-4710-B7B7-0CE67E9D5752}</a:tableStyleId>
              </a:tblPr>
              <a:tblGrid>
                <a:gridCol w="3258400"/>
                <a:gridCol w="3258400"/>
                <a:gridCol w="3258400"/>
              </a:tblGrid>
              <a:tr h="99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Software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/>
                        <a:t>ArcGIS Pro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/>
                        <a:t>Agisoft Metashape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57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GPU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NVIDIA L40S-12Q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NVIDIA GeForce RTX 3070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65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Total Processing Time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4 Hours 3 Minutes 33 Seconds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/>
                        <a:t>47 Minutes 19 Seconds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0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GPS Accuracy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average 22 cm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/>
                        <a:t>52.9 cm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57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Pixel Accuracy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0.44 pix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0.727 pix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7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Headache Factor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5/5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2/5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7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Tie Points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6,204,525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7,878,546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Visualizations</a:t>
            </a:r>
            <a:endParaRPr/>
          </a:p>
        </p:txBody>
      </p:sp>
      <p:pic>
        <p:nvPicPr>
          <p:cNvPr id="110" name="Google Shape;110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512" y="1485991"/>
            <a:ext cx="4804304" cy="5271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4284" y="1665151"/>
            <a:ext cx="3983488" cy="482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1656" y="1869848"/>
            <a:ext cx="4791923" cy="4165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Learnings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838200" y="1825625"/>
            <a:ext cx="558872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 .obj file doesn’t include gps position while a .tif file does.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</a:t>
            </a:r>
            <a:r>
              <a:rPr i="1" lang="en-US"/>
              <a:t>Orangina Wingtra </a:t>
            </a:r>
            <a:r>
              <a:rPr lang="en-US"/>
              <a:t>requires a lot more processing power (26GB, 763 photos) than </a:t>
            </a:r>
            <a:r>
              <a:rPr i="1" lang="en-US"/>
              <a:t>Quimby</a:t>
            </a:r>
            <a:r>
              <a:rPr lang="en-US"/>
              <a:t> (3GB, 431 photos).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current license BYU students has for ArcGIS Pro only allows for 2D processing.</a:t>
            </a:r>
            <a:endParaRPr/>
          </a:p>
        </p:txBody>
      </p:sp>
      <p:pic>
        <p:nvPicPr>
          <p:cNvPr descr="A person standing in a rocky area&#10;&#10;AI-generated content may be incorrect." id="119" name="Google Shape;11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6191250" y="85725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Drone Video</a:t>
            </a:r>
            <a:endParaRPr/>
          </a:p>
        </p:txBody>
      </p:sp>
      <p:pic>
        <p:nvPicPr>
          <p:cNvPr id="125" name="Google Shape;125;p19" title="sizzleReel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200" y="1544200"/>
            <a:ext cx="8590147" cy="4831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